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63" r:id="rId2"/>
    <p:sldId id="264" r:id="rId3"/>
    <p:sldId id="265" r:id="rId4"/>
    <p:sldId id="266" r:id="rId5"/>
  </p:sldIdLst>
  <p:sldSz cx="9144000" cy="6858000" type="screen4x3"/>
  <p:notesSz cx="6858000" cy="9144000"/>
  <p:defaultTextStyle>
    <a:defPPr>
      <a:defRPr lang="ja-JP"/>
    </a:defPPr>
    <a:lvl1pPr marL="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248" autoAdjust="0"/>
    <p:restoredTop sz="94795"/>
  </p:normalViewPr>
  <p:slideViewPr>
    <p:cSldViewPr>
      <p:cViewPr varScale="1">
        <p:scale>
          <a:sx n="120" d="100"/>
          <a:sy n="120" d="100"/>
        </p:scale>
        <p:origin x="2344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95" d="100"/>
          <a:sy n="95" d="100"/>
        </p:scale>
        <p:origin x="3064" y="1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C63D3F-0352-EF45-A95C-C8137A1B6577}" type="datetimeFigureOut">
              <a:rPr lang="ja-JP" altLang="en-US" smtClean="0"/>
              <a:pPr/>
              <a:t>2026/1/7</a:t>
            </a:fld>
            <a:endParaRPr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8B8C6D-C3B1-8D4B-883D-F931C7D3B8B2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853025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8B8C6D-C3B1-8D4B-883D-F931C7D3B8B2}" type="slidenum">
              <a:rPr lang="ja-JP" altLang="en-US" smtClean="0"/>
              <a:pPr/>
              <a:t>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9246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ctr" defTabSz="457200" rtl="0" eaLnBrk="1" latinLnBrk="0" hangingPunct="1"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/>
          <p:cNvSpPr/>
          <p:nvPr/>
        </p:nvSpPr>
        <p:spPr>
          <a:xfrm>
            <a:off x="3131840" y="1268760"/>
            <a:ext cx="2880320" cy="28803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cxnSp>
        <p:nvCxnSpPr>
          <p:cNvPr id="5" name="直線コネクタ 4"/>
          <p:cNvCxnSpPr/>
          <p:nvPr/>
        </p:nvCxnSpPr>
        <p:spPr>
          <a:xfrm flipH="1">
            <a:off x="4572000" y="1268760"/>
            <a:ext cx="1440160" cy="72008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/>
          <p:cNvCxnSpPr/>
          <p:nvPr/>
        </p:nvCxnSpPr>
        <p:spPr>
          <a:xfrm flipH="1">
            <a:off x="1691680" y="1268760"/>
            <a:ext cx="1440160" cy="72008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/>
          <p:cNvCxnSpPr/>
          <p:nvPr/>
        </p:nvCxnSpPr>
        <p:spPr>
          <a:xfrm flipH="1">
            <a:off x="4572000" y="4149080"/>
            <a:ext cx="1440160" cy="72008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/>
          <p:cNvCxnSpPr/>
          <p:nvPr/>
        </p:nvCxnSpPr>
        <p:spPr>
          <a:xfrm flipH="1">
            <a:off x="1691680" y="4149080"/>
            <a:ext cx="1440160" cy="72008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楕円 32"/>
          <p:cNvSpPr/>
          <p:nvPr/>
        </p:nvSpPr>
        <p:spPr>
          <a:xfrm>
            <a:off x="3799790" y="1576670"/>
            <a:ext cx="194320" cy="19432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4" name="楕円 33"/>
          <p:cNvSpPr/>
          <p:nvPr/>
        </p:nvSpPr>
        <p:spPr>
          <a:xfrm>
            <a:off x="5148064" y="2924944"/>
            <a:ext cx="194320" cy="19432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5" name="楕円 34"/>
          <p:cNvSpPr/>
          <p:nvPr/>
        </p:nvSpPr>
        <p:spPr>
          <a:xfrm>
            <a:off x="2339752" y="2996952"/>
            <a:ext cx="194320" cy="19432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6" name="楕円 35"/>
          <p:cNvSpPr/>
          <p:nvPr/>
        </p:nvSpPr>
        <p:spPr>
          <a:xfrm>
            <a:off x="4499992" y="2636912"/>
            <a:ext cx="194320" cy="19432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7" name="楕円 36"/>
          <p:cNvSpPr/>
          <p:nvPr/>
        </p:nvSpPr>
        <p:spPr>
          <a:xfrm>
            <a:off x="2987824" y="3306688"/>
            <a:ext cx="194320" cy="19432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38" name="楕円 37"/>
          <p:cNvSpPr/>
          <p:nvPr/>
        </p:nvSpPr>
        <p:spPr>
          <a:xfrm>
            <a:off x="3635896" y="4437112"/>
            <a:ext cx="194320" cy="194320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sp>
        <p:nvSpPr>
          <p:cNvPr id="2" name="正方形/長方形 1"/>
          <p:cNvSpPr/>
          <p:nvPr/>
        </p:nvSpPr>
        <p:spPr>
          <a:xfrm>
            <a:off x="1691680" y="1988840"/>
            <a:ext cx="2880320" cy="288032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cxnSp>
        <p:nvCxnSpPr>
          <p:cNvPr id="40" name="直線コネクタ 39"/>
          <p:cNvCxnSpPr>
            <a:stCxn id="33" idx="4"/>
            <a:endCxn id="35" idx="7"/>
          </p:cNvCxnSpPr>
          <p:nvPr/>
        </p:nvCxnSpPr>
        <p:spPr>
          <a:xfrm flipH="1">
            <a:off x="2505614" y="1770990"/>
            <a:ext cx="1391336" cy="125442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>
            <a:cxnSpLocks/>
            <a:stCxn id="33" idx="4"/>
            <a:endCxn id="37" idx="7"/>
          </p:cNvCxnSpPr>
          <p:nvPr/>
        </p:nvCxnSpPr>
        <p:spPr>
          <a:xfrm flipH="1">
            <a:off x="3153686" y="1770990"/>
            <a:ext cx="743264" cy="156415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/>
          <p:cNvCxnSpPr>
            <a:stCxn id="33" idx="4"/>
            <a:endCxn id="36" idx="1"/>
          </p:cNvCxnSpPr>
          <p:nvPr/>
        </p:nvCxnSpPr>
        <p:spPr>
          <a:xfrm>
            <a:off x="3896950" y="1770990"/>
            <a:ext cx="631500" cy="89438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/>
          <p:cNvCxnSpPr>
            <a:stCxn id="33" idx="4"/>
            <a:endCxn id="34" idx="2"/>
          </p:cNvCxnSpPr>
          <p:nvPr/>
        </p:nvCxnSpPr>
        <p:spPr>
          <a:xfrm>
            <a:off x="3896950" y="1770990"/>
            <a:ext cx="1251114" cy="1251114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コネクタ 48"/>
          <p:cNvCxnSpPr>
            <a:stCxn id="37" idx="5"/>
            <a:endCxn id="38" idx="1"/>
          </p:cNvCxnSpPr>
          <p:nvPr/>
        </p:nvCxnSpPr>
        <p:spPr>
          <a:xfrm>
            <a:off x="3153686" y="3472550"/>
            <a:ext cx="510668" cy="99302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コネクタ 50"/>
          <p:cNvCxnSpPr>
            <a:stCxn id="38" idx="7"/>
            <a:endCxn id="34" idx="4"/>
          </p:cNvCxnSpPr>
          <p:nvPr/>
        </p:nvCxnSpPr>
        <p:spPr>
          <a:xfrm flipV="1">
            <a:off x="3801758" y="3119264"/>
            <a:ext cx="1443466" cy="134630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>
            <a:cxnSpLocks/>
            <a:stCxn id="38" idx="0"/>
            <a:endCxn id="36" idx="4"/>
          </p:cNvCxnSpPr>
          <p:nvPr/>
        </p:nvCxnSpPr>
        <p:spPr>
          <a:xfrm flipV="1">
            <a:off x="3733056" y="2831232"/>
            <a:ext cx="864096" cy="160588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コネクタ 54"/>
          <p:cNvCxnSpPr>
            <a:stCxn id="38" idx="2"/>
            <a:endCxn id="35" idx="5"/>
          </p:cNvCxnSpPr>
          <p:nvPr/>
        </p:nvCxnSpPr>
        <p:spPr>
          <a:xfrm flipH="1" flipV="1">
            <a:off x="2505614" y="3162814"/>
            <a:ext cx="1130282" cy="1371458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直線コネクタ 56"/>
          <p:cNvCxnSpPr>
            <a:stCxn id="36" idx="6"/>
            <a:endCxn id="34" idx="2"/>
          </p:cNvCxnSpPr>
          <p:nvPr/>
        </p:nvCxnSpPr>
        <p:spPr>
          <a:xfrm>
            <a:off x="4694312" y="2734072"/>
            <a:ext cx="453752" cy="288032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/>
          <p:cNvCxnSpPr>
            <a:stCxn id="34" idx="3"/>
            <a:endCxn id="37" idx="6"/>
          </p:cNvCxnSpPr>
          <p:nvPr/>
        </p:nvCxnSpPr>
        <p:spPr>
          <a:xfrm flipH="1">
            <a:off x="3182144" y="3090806"/>
            <a:ext cx="1994378" cy="313042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コネクタ 60"/>
          <p:cNvCxnSpPr>
            <a:stCxn id="37" idx="2"/>
            <a:endCxn id="35" idx="6"/>
          </p:cNvCxnSpPr>
          <p:nvPr/>
        </p:nvCxnSpPr>
        <p:spPr>
          <a:xfrm flipH="1" flipV="1">
            <a:off x="2534072" y="3094112"/>
            <a:ext cx="453752" cy="309736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直線コネクタ 62"/>
          <p:cNvCxnSpPr>
            <a:stCxn id="36" idx="2"/>
            <a:endCxn id="35" idx="6"/>
          </p:cNvCxnSpPr>
          <p:nvPr/>
        </p:nvCxnSpPr>
        <p:spPr>
          <a:xfrm flipH="1">
            <a:off x="2534072" y="2734072"/>
            <a:ext cx="1965920" cy="360040"/>
          </a:xfrm>
          <a:prstGeom prst="line">
            <a:avLst/>
          </a:prstGeom>
          <a:ln w="9525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2331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E62671ED-82A7-4734-A540-753D4B94BB9B}"/>
              </a:ext>
            </a:extLst>
          </p:cNvPr>
          <p:cNvCxnSpPr>
            <a:cxnSpLocks/>
          </p:cNvCxnSpPr>
          <p:nvPr/>
        </p:nvCxnSpPr>
        <p:spPr>
          <a:xfrm>
            <a:off x="1310300" y="4133093"/>
            <a:ext cx="462985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B5BA0374-4471-47A6-9978-86C784B3C597}"/>
              </a:ext>
            </a:extLst>
          </p:cNvPr>
          <p:cNvCxnSpPr>
            <a:cxnSpLocks/>
          </p:cNvCxnSpPr>
          <p:nvPr/>
        </p:nvCxnSpPr>
        <p:spPr>
          <a:xfrm flipV="1">
            <a:off x="1691680" y="1227934"/>
            <a:ext cx="0" cy="362523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23C67D47-D2C2-465C-9908-320396E30F6F}"/>
              </a:ext>
            </a:extLst>
          </p:cNvPr>
          <p:cNvSpPr/>
          <p:nvPr/>
        </p:nvSpPr>
        <p:spPr>
          <a:xfrm>
            <a:off x="1691680" y="980728"/>
            <a:ext cx="3398808" cy="2648309"/>
          </a:xfrm>
          <a:custGeom>
            <a:avLst/>
            <a:gdLst>
              <a:gd name="connsiteX0" fmla="*/ 0 w 3398808"/>
              <a:gd name="connsiteY0" fmla="*/ 2648309 h 2648309"/>
              <a:gd name="connsiteX1" fmla="*/ 2225615 w 3398808"/>
              <a:gd name="connsiteY1" fmla="*/ 1837426 h 2648309"/>
              <a:gd name="connsiteX2" fmla="*/ 3398808 w 3398808"/>
              <a:gd name="connsiteY2" fmla="*/ 0 h 26483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398808" h="2648309">
                <a:moveTo>
                  <a:pt x="0" y="2648309"/>
                </a:moveTo>
                <a:cubicBezTo>
                  <a:pt x="829573" y="2463560"/>
                  <a:pt x="1659147" y="2278811"/>
                  <a:pt x="2225615" y="1837426"/>
                </a:cubicBezTo>
                <a:cubicBezTo>
                  <a:pt x="2792083" y="1396041"/>
                  <a:pt x="3095445" y="698020"/>
                  <a:pt x="3398808" y="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D1780C45-4085-4891-8191-F4A4FD2B5B86}"/>
              </a:ext>
            </a:extLst>
          </p:cNvPr>
          <p:cNvCxnSpPr>
            <a:cxnSpLocks/>
          </p:cNvCxnSpPr>
          <p:nvPr/>
        </p:nvCxnSpPr>
        <p:spPr>
          <a:xfrm flipH="1">
            <a:off x="1331640" y="1396789"/>
            <a:ext cx="4608512" cy="3240360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楕円 5">
            <a:extLst>
              <a:ext uri="{FF2B5EF4-FFF2-40B4-BE49-F238E27FC236}">
                <a16:creationId xmlns:a16="http://schemas.microsoft.com/office/drawing/2014/main" id="{D53B0B11-EB89-4407-93E5-F066EC9C2369}"/>
              </a:ext>
            </a:extLst>
          </p:cNvPr>
          <p:cNvSpPr/>
          <p:nvPr/>
        </p:nvSpPr>
        <p:spPr>
          <a:xfrm>
            <a:off x="3768286" y="2816697"/>
            <a:ext cx="144016" cy="144016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E0DC8BD-2AB0-4039-AA07-C6F3D0F25440}"/>
              </a:ext>
            </a:extLst>
          </p:cNvPr>
          <p:cNvSpPr txBox="1"/>
          <p:nvPr/>
        </p:nvSpPr>
        <p:spPr>
          <a:xfrm>
            <a:off x="1403648" y="4061085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O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A5B68BB-3FFD-4367-9961-41AF99E24557}"/>
                  </a:ext>
                </a:extLst>
              </p:cNvPr>
              <p:cNvSpPr txBox="1"/>
              <p:nvPr/>
            </p:nvSpPr>
            <p:spPr>
              <a:xfrm>
                <a:off x="6012160" y="3918230"/>
                <a:ext cx="3010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A5B68BB-3FFD-4367-9961-41AF99E245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12160" y="3918230"/>
                <a:ext cx="301044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90B696A-4631-438E-AB0A-0DFAF075ECD5}"/>
                  </a:ext>
                </a:extLst>
              </p:cNvPr>
              <p:cNvSpPr txBox="1"/>
              <p:nvPr/>
            </p:nvSpPr>
            <p:spPr>
              <a:xfrm>
                <a:off x="1547664" y="748717"/>
                <a:ext cx="30591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990B696A-4631-438E-AB0A-0DFAF075E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7664" y="748717"/>
                <a:ext cx="305917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867F426F-4F5A-447A-B6F7-D6038D7F0A14}"/>
                  </a:ext>
                </a:extLst>
              </p:cNvPr>
              <p:cNvSpPr txBox="1"/>
              <p:nvPr/>
            </p:nvSpPr>
            <p:spPr>
              <a:xfrm>
                <a:off x="6084168" y="1036749"/>
                <a:ext cx="185807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𝑋𝑥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867F426F-4F5A-447A-B6F7-D6038D7F0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168" y="1036749"/>
                <a:ext cx="185807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E00D8422-B467-4FE2-9015-8EF12581A2CB}"/>
              </a:ext>
            </a:extLst>
          </p:cNvPr>
          <p:cNvCxnSpPr>
            <a:cxnSpLocks/>
          </p:cNvCxnSpPr>
          <p:nvPr/>
        </p:nvCxnSpPr>
        <p:spPr>
          <a:xfrm flipV="1">
            <a:off x="3851920" y="1252773"/>
            <a:ext cx="0" cy="3024336"/>
          </a:xfrm>
          <a:prstGeom prst="line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E2E96F17-466D-4991-8F54-D6B29BEC7152}"/>
                  </a:ext>
                </a:extLst>
              </p:cNvPr>
              <p:cNvSpPr txBox="1"/>
              <p:nvPr/>
            </p:nvSpPr>
            <p:spPr>
              <a:xfrm>
                <a:off x="3707904" y="4205101"/>
                <a:ext cx="3010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E2E96F17-466D-4991-8F54-D6B29BEC71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7904" y="4205101"/>
                <a:ext cx="30104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C7A7B0F-18E9-4A2A-BBA8-09930717344E}"/>
                  </a:ext>
                </a:extLst>
              </p:cNvPr>
              <p:cNvSpPr txBox="1"/>
              <p:nvPr/>
            </p:nvSpPr>
            <p:spPr>
              <a:xfrm>
                <a:off x="4550660" y="532693"/>
                <a:ext cx="147950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6C7A7B0F-18E9-4A2A-BBA8-0993071734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0660" y="532693"/>
                <a:ext cx="1479508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19356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90CC1181-FCC5-492F-A32E-1BBC6A74FEB3}"/>
              </a:ext>
            </a:extLst>
          </p:cNvPr>
          <p:cNvCxnSpPr>
            <a:cxnSpLocks/>
          </p:cNvCxnSpPr>
          <p:nvPr/>
        </p:nvCxnSpPr>
        <p:spPr>
          <a:xfrm>
            <a:off x="1331640" y="4221088"/>
            <a:ext cx="462985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C10DC762-9DE1-4DF4-AE1E-5DC81FFC5891}"/>
              </a:ext>
            </a:extLst>
          </p:cNvPr>
          <p:cNvCxnSpPr>
            <a:cxnSpLocks/>
          </p:cNvCxnSpPr>
          <p:nvPr/>
        </p:nvCxnSpPr>
        <p:spPr>
          <a:xfrm flipV="1">
            <a:off x="1763688" y="1315929"/>
            <a:ext cx="0" cy="326519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175C76-35A1-4BE4-BE29-92A0A44F581B}"/>
              </a:ext>
            </a:extLst>
          </p:cNvPr>
          <p:cNvSpPr txBox="1"/>
          <p:nvPr/>
        </p:nvSpPr>
        <p:spPr>
          <a:xfrm>
            <a:off x="1424988" y="4149080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O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422E026-C238-41E7-BD99-A7E014DA7672}"/>
                  </a:ext>
                </a:extLst>
              </p:cNvPr>
              <p:cNvSpPr txBox="1"/>
              <p:nvPr/>
            </p:nvSpPr>
            <p:spPr>
              <a:xfrm>
                <a:off x="5940152" y="980728"/>
                <a:ext cx="165618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C422E026-C238-41E7-BD99-A7E014DA7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0152" y="980728"/>
                <a:ext cx="1656184" cy="43088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CDC43483-E194-4191-B8CE-0042DEEF0339}"/>
                  </a:ext>
                </a:extLst>
              </p:cNvPr>
              <p:cNvSpPr txBox="1"/>
              <p:nvPr/>
            </p:nvSpPr>
            <p:spPr>
              <a:xfrm>
                <a:off x="1619672" y="836712"/>
                <a:ext cx="33900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CDC43483-E194-4191-B8CE-0042DEEF03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9672" y="836712"/>
                <a:ext cx="339003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9B792DD9-0BDB-41C2-A166-7DD42EDBAE4E}"/>
              </a:ext>
            </a:extLst>
          </p:cNvPr>
          <p:cNvSpPr/>
          <p:nvPr/>
        </p:nvSpPr>
        <p:spPr>
          <a:xfrm>
            <a:off x="1763688" y="1124744"/>
            <a:ext cx="4032448" cy="3103604"/>
          </a:xfrm>
          <a:custGeom>
            <a:avLst/>
            <a:gdLst>
              <a:gd name="connsiteX0" fmla="*/ 0 w 3700732"/>
              <a:gd name="connsiteY0" fmla="*/ 2527540 h 2527540"/>
              <a:gd name="connsiteX1" fmla="*/ 2518913 w 3700732"/>
              <a:gd name="connsiteY1" fmla="*/ 1587261 h 2527540"/>
              <a:gd name="connsiteX2" fmla="*/ 3700732 w 3700732"/>
              <a:gd name="connsiteY2" fmla="*/ 0 h 2527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00732" h="2527540">
                <a:moveTo>
                  <a:pt x="0" y="2527540"/>
                </a:moveTo>
                <a:cubicBezTo>
                  <a:pt x="951062" y="2268029"/>
                  <a:pt x="1902124" y="2008518"/>
                  <a:pt x="2518913" y="1587261"/>
                </a:cubicBezTo>
                <a:cubicBezTo>
                  <a:pt x="3135702" y="1166004"/>
                  <a:pt x="3418217" y="583002"/>
                  <a:pt x="3700732" y="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11A8DC38-05E8-4E41-8734-9F2039C4D724}"/>
              </a:ext>
            </a:extLst>
          </p:cNvPr>
          <p:cNvCxnSpPr/>
          <p:nvPr/>
        </p:nvCxnSpPr>
        <p:spPr>
          <a:xfrm>
            <a:off x="4932040" y="2708920"/>
            <a:ext cx="0" cy="1512168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CC070AC7-FCC7-4A97-89E0-6A19FC814EA0}"/>
              </a:ext>
            </a:extLst>
          </p:cNvPr>
          <p:cNvCxnSpPr/>
          <p:nvPr/>
        </p:nvCxnSpPr>
        <p:spPr>
          <a:xfrm flipH="1">
            <a:off x="1763688" y="2636912"/>
            <a:ext cx="3168352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D94347F2-DAE0-4BD0-9101-534026F4CF86}"/>
                  </a:ext>
                </a:extLst>
              </p:cNvPr>
              <p:cNvSpPr txBox="1"/>
              <p:nvPr/>
            </p:nvSpPr>
            <p:spPr>
              <a:xfrm>
                <a:off x="2843808" y="2204864"/>
                <a:ext cx="80675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D94347F2-DAE0-4BD0-9101-534026F4CF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3808" y="2204864"/>
                <a:ext cx="806759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71CCD4AD-F806-4BC1-9AC3-504996676615}"/>
                  </a:ext>
                </a:extLst>
              </p:cNvPr>
              <p:cNvSpPr txBox="1"/>
              <p:nvPr/>
            </p:nvSpPr>
            <p:spPr>
              <a:xfrm>
                <a:off x="6084168" y="4005064"/>
                <a:ext cx="3010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71CCD4AD-F806-4BC1-9AC3-5049966766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4168" y="4005064"/>
                <a:ext cx="301044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FD3E2CB9-664C-4B87-B450-4C595C188545}"/>
                  </a:ext>
                </a:extLst>
              </p:cNvPr>
              <p:cNvSpPr txBox="1"/>
              <p:nvPr/>
            </p:nvSpPr>
            <p:spPr>
              <a:xfrm>
                <a:off x="5940152" y="1556792"/>
                <a:ext cx="165618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FD3E2CB9-664C-4B87-B450-4C595C1885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0152" y="1556792"/>
                <a:ext cx="1656184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045BC3C1-B74C-4C23-913D-BAF71FDBA947}"/>
                  </a:ext>
                </a:extLst>
              </p:cNvPr>
              <p:cNvSpPr txBox="1"/>
              <p:nvPr/>
            </p:nvSpPr>
            <p:spPr>
              <a:xfrm>
                <a:off x="1115616" y="2420888"/>
                <a:ext cx="80675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045BC3C1-B74C-4C23-913D-BAF71FDBA9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616" y="2420888"/>
                <a:ext cx="806759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904D524C-1D14-4D9B-9AF5-E9E2AD1468C0}"/>
                  </a:ext>
                </a:extLst>
              </p:cNvPr>
              <p:cNvSpPr txBox="1"/>
              <p:nvPr/>
            </p:nvSpPr>
            <p:spPr>
              <a:xfrm>
                <a:off x="4572000" y="4221088"/>
                <a:ext cx="80675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904D524C-1D14-4D9B-9AF5-E9E2AD1468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0" y="4221088"/>
                <a:ext cx="806759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28D631C7-CD56-4F38-BD78-0E0CE6ECC0C0}"/>
                  </a:ext>
                </a:extLst>
              </p:cNvPr>
              <p:cNvSpPr txBox="1"/>
              <p:nvPr/>
            </p:nvSpPr>
            <p:spPr>
              <a:xfrm>
                <a:off x="5004048" y="3284984"/>
                <a:ext cx="80675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28D631C7-CD56-4F38-BD78-0E0CE6ECC0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4048" y="3284984"/>
                <a:ext cx="806759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95011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B6B3D5BB-72B6-4957-AA01-A7D15AAA44CE}"/>
              </a:ext>
            </a:extLst>
          </p:cNvPr>
          <p:cNvSpPr/>
          <p:nvPr/>
        </p:nvSpPr>
        <p:spPr>
          <a:xfrm>
            <a:off x="2555776" y="1412776"/>
            <a:ext cx="3744416" cy="24482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endParaRPr kumimoji="1" lang="ja-JP" altLang="en-US" sz="2400" dirty="0"/>
          </a:p>
        </p:txBody>
      </p:sp>
      <p:cxnSp>
        <p:nvCxnSpPr>
          <p:cNvPr id="2" name="直線矢印コネクタ 1">
            <a:extLst>
              <a:ext uri="{FF2B5EF4-FFF2-40B4-BE49-F238E27FC236}">
                <a16:creationId xmlns:a16="http://schemas.microsoft.com/office/drawing/2014/main" id="{1A3221CC-AE99-4FE4-81E5-E01C70285669}"/>
              </a:ext>
            </a:extLst>
          </p:cNvPr>
          <p:cNvCxnSpPr>
            <a:cxnSpLocks/>
          </p:cNvCxnSpPr>
          <p:nvPr/>
        </p:nvCxnSpPr>
        <p:spPr>
          <a:xfrm>
            <a:off x="2123728" y="3861048"/>
            <a:ext cx="4629852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622130AC-C4E0-4556-927A-31F674F8C36C}"/>
              </a:ext>
            </a:extLst>
          </p:cNvPr>
          <p:cNvCxnSpPr>
            <a:cxnSpLocks/>
          </p:cNvCxnSpPr>
          <p:nvPr/>
        </p:nvCxnSpPr>
        <p:spPr>
          <a:xfrm flipV="1">
            <a:off x="2555776" y="955889"/>
            <a:ext cx="0" cy="3265199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C3AAE6D-FA68-4A04-9ABE-BFC9CB889098}"/>
              </a:ext>
            </a:extLst>
          </p:cNvPr>
          <p:cNvSpPr txBox="1"/>
          <p:nvPr/>
        </p:nvSpPr>
        <p:spPr>
          <a:xfrm>
            <a:off x="2217076" y="3789040"/>
            <a:ext cx="364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O</a:t>
            </a: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5DEF4DF5-8B9B-430C-B462-CC9487F19AB7}"/>
                  </a:ext>
                </a:extLst>
              </p:cNvPr>
              <p:cNvSpPr txBox="1"/>
              <p:nvPr/>
            </p:nvSpPr>
            <p:spPr>
              <a:xfrm>
                <a:off x="2411760" y="476672"/>
                <a:ext cx="33900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5DEF4DF5-8B9B-430C-B462-CC9487F19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760" y="476672"/>
                <a:ext cx="339003" cy="43088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フリーフォーム: 図形 5">
            <a:extLst>
              <a:ext uri="{FF2B5EF4-FFF2-40B4-BE49-F238E27FC236}">
                <a16:creationId xmlns:a16="http://schemas.microsoft.com/office/drawing/2014/main" id="{C9D5103F-7D93-4E73-95D0-0B15C41233FA}"/>
              </a:ext>
            </a:extLst>
          </p:cNvPr>
          <p:cNvSpPr/>
          <p:nvPr/>
        </p:nvSpPr>
        <p:spPr>
          <a:xfrm>
            <a:off x="2555776" y="764704"/>
            <a:ext cx="4032448" cy="3103604"/>
          </a:xfrm>
          <a:custGeom>
            <a:avLst/>
            <a:gdLst>
              <a:gd name="connsiteX0" fmla="*/ 0 w 3700732"/>
              <a:gd name="connsiteY0" fmla="*/ 2527540 h 2527540"/>
              <a:gd name="connsiteX1" fmla="*/ 2518913 w 3700732"/>
              <a:gd name="connsiteY1" fmla="*/ 1587261 h 2527540"/>
              <a:gd name="connsiteX2" fmla="*/ 3700732 w 3700732"/>
              <a:gd name="connsiteY2" fmla="*/ 0 h 2527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700732" h="2527540">
                <a:moveTo>
                  <a:pt x="0" y="2527540"/>
                </a:moveTo>
                <a:cubicBezTo>
                  <a:pt x="951062" y="2268029"/>
                  <a:pt x="1902124" y="2008518"/>
                  <a:pt x="2518913" y="1587261"/>
                </a:cubicBezTo>
                <a:cubicBezTo>
                  <a:pt x="3135702" y="1166004"/>
                  <a:pt x="3418217" y="583002"/>
                  <a:pt x="3700732" y="0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B511DF47-B026-4DC7-BB84-4D84517FC021}"/>
              </a:ext>
            </a:extLst>
          </p:cNvPr>
          <p:cNvCxnSpPr>
            <a:cxnSpLocks/>
          </p:cNvCxnSpPr>
          <p:nvPr/>
        </p:nvCxnSpPr>
        <p:spPr>
          <a:xfrm>
            <a:off x="6300192" y="1412776"/>
            <a:ext cx="0" cy="244827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A24F4E7D-4F8C-4131-9F50-379C708B58FF}"/>
              </a:ext>
            </a:extLst>
          </p:cNvPr>
          <p:cNvCxnSpPr>
            <a:cxnSpLocks/>
          </p:cNvCxnSpPr>
          <p:nvPr/>
        </p:nvCxnSpPr>
        <p:spPr>
          <a:xfrm flipH="1">
            <a:off x="2555776" y="1412776"/>
            <a:ext cx="3744416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0511243D-6158-457D-9355-7F36CB417A09}"/>
                  </a:ext>
                </a:extLst>
              </p:cNvPr>
              <p:cNvSpPr txBox="1"/>
              <p:nvPr/>
            </p:nvSpPr>
            <p:spPr>
              <a:xfrm>
                <a:off x="6876256" y="3645024"/>
                <a:ext cx="30104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0511243D-6158-457D-9355-7F36CB417A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6256" y="3645024"/>
                <a:ext cx="301044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C72B7B3D-5024-49B8-8501-7AA8473BC6B8}"/>
                  </a:ext>
                </a:extLst>
              </p:cNvPr>
              <p:cNvSpPr txBox="1"/>
              <p:nvPr/>
            </p:nvSpPr>
            <p:spPr>
              <a:xfrm>
                <a:off x="1907704" y="1196752"/>
                <a:ext cx="80675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C72B7B3D-5024-49B8-8501-7AA8473BC6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7704" y="1196752"/>
                <a:ext cx="806759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DAA0A6A6-2748-439C-B8E9-B6D115410A1C}"/>
                  </a:ext>
                </a:extLst>
              </p:cNvPr>
              <p:cNvSpPr txBox="1"/>
              <p:nvPr/>
            </p:nvSpPr>
            <p:spPr>
              <a:xfrm>
                <a:off x="5868144" y="3861048"/>
                <a:ext cx="80675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DAA0A6A6-2748-439C-B8E9-B6D11541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8144" y="3861048"/>
                <a:ext cx="806759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57379EA5-1D41-4065-9D7E-A5A92D1C8384}"/>
              </a:ext>
            </a:extLst>
          </p:cNvPr>
          <p:cNvCxnSpPr>
            <a:cxnSpLocks/>
          </p:cNvCxnSpPr>
          <p:nvPr/>
        </p:nvCxnSpPr>
        <p:spPr>
          <a:xfrm flipH="1">
            <a:off x="5724128" y="2852936"/>
            <a:ext cx="864096" cy="21602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CAE941E4-5844-451D-85E4-DA0B8C30EBBB}"/>
                  </a:ext>
                </a:extLst>
              </p:cNvPr>
              <p:cNvSpPr txBox="1"/>
              <p:nvPr/>
            </p:nvSpPr>
            <p:spPr>
              <a:xfrm>
                <a:off x="6732240" y="2420888"/>
                <a:ext cx="1991186" cy="8003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 xmlns=""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CAE941E4-5844-451D-85E4-DA0B8C30EB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2240" y="2420888"/>
                <a:ext cx="1991186" cy="80034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0B10EE23-FB34-42C8-994E-DCA3F825CA49}"/>
                  </a:ext>
                </a:extLst>
              </p:cNvPr>
              <p:cNvSpPr txBox="1"/>
              <p:nvPr/>
            </p:nvSpPr>
            <p:spPr>
              <a:xfrm>
                <a:off x="395536" y="2060848"/>
                <a:ext cx="2115194" cy="8306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p>
                        <m:e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d>
                            <m:dPr>
                              <m:ctrlP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kumimoji="1" lang="en-US" altLang="ja-JP" sz="2400" b="0" i="1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kumimoji="1" lang="en-US" altLang="ja-JP" sz="2400" b="0" i="1" smtClean="0">
                              <a:latin typeface="Cambria Math" panose="02040503050406030204" pitchFamily="18" charset="0"/>
                            </a:rPr>
                            <m:t>𝑑𝑋</m:t>
                          </m:r>
                        </m:e>
                      </m:nary>
                    </m:oMath>
                  </m:oMathPara>
                </a14:m>
                <a:endParaRPr kumimoji="1" lang="ja-JP" altLang="en-US" sz="2400" dirty="0"/>
              </a:p>
            </p:txBody>
          </p:sp>
        </mc:Choice>
        <mc:Fallback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0B10EE23-FB34-42C8-994E-DCA3F825CA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536" y="2060848"/>
                <a:ext cx="2115194" cy="830612"/>
              </a:xfrm>
              <a:prstGeom prst="rect">
                <a:avLst/>
              </a:prstGeom>
              <a:blipFill>
                <a:blip r:embed="rId8"/>
                <a:stretch>
                  <a:fillRect l="-32934" t="-184848" r="-2994" b="-26969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1CF5FEF3-90D5-4DE6-ABC0-3FCECBB342DF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2510730" y="2406969"/>
            <a:ext cx="477094" cy="69185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4C9C8BAF-701B-4A91-B05E-DF87EE4327A1}"/>
                  </a:ext>
                </a:extLst>
              </p:cNvPr>
              <p:cNvSpPr txBox="1"/>
              <p:nvPr/>
            </p:nvSpPr>
            <p:spPr>
              <a:xfrm>
                <a:off x="3116739" y="4407495"/>
                <a:ext cx="2390078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36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kumimoji="1" lang="en-US" altLang="ja-JP" sz="36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kumimoji="1" lang="en-US" altLang="ja-JP" sz="3600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kumimoji="1" lang="en-US" altLang="ja-JP" sz="3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3600" b="0" i="1" smtClean="0">
                          <a:latin typeface="Cambria Math" panose="02040503050406030204" pitchFamily="18" charset="0"/>
                        </a:rPr>
                        <m:t>𝑥𝑋</m:t>
                      </m:r>
                    </m:oMath>
                  </m:oMathPara>
                </a14:m>
                <a:endParaRPr kumimoji="1" lang="ja-JP" altLang="en-US" sz="3600" dirty="0"/>
              </a:p>
            </p:txBody>
          </p:sp>
        </mc:Choice>
        <mc:Fallback xmlns=""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4C9C8BAF-701B-4A91-B05E-DF87EE432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6739" y="4407495"/>
                <a:ext cx="2390078" cy="5539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BFD400DF-B19C-483C-8269-2526E2C8A6AC}"/>
              </a:ext>
            </a:extLst>
          </p:cNvPr>
          <p:cNvSpPr txBox="1"/>
          <p:nvPr/>
        </p:nvSpPr>
        <p:spPr>
          <a:xfrm>
            <a:off x="6213083" y="5703639"/>
            <a:ext cx="20313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rgbClr val="FF0000"/>
                </a:solidFill>
              </a:rPr>
              <a:t>長方形の面積</a:t>
            </a:r>
            <a:endParaRPr kumimoji="1" lang="ja-JP" altLang="en-US" sz="2400" dirty="0">
              <a:solidFill>
                <a:srgbClr val="FF0000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5A8B5388-E5C7-4D4C-B71C-3D710B4F995B}"/>
              </a:ext>
            </a:extLst>
          </p:cNvPr>
          <p:cNvSpPr txBox="1"/>
          <p:nvPr/>
        </p:nvSpPr>
        <p:spPr>
          <a:xfrm>
            <a:off x="164411" y="5703639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rgbClr val="00B050"/>
                </a:solidFill>
              </a:rPr>
              <a:t>曲線の下側の面積</a:t>
            </a:r>
            <a:endParaRPr kumimoji="1" lang="ja-JP" altLang="en-US" sz="2400" dirty="0">
              <a:solidFill>
                <a:srgbClr val="00B050"/>
              </a:solidFill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803729E-F5AF-4D94-8FD5-1A03854A70D3}"/>
              </a:ext>
            </a:extLst>
          </p:cNvPr>
          <p:cNvSpPr txBox="1"/>
          <p:nvPr/>
        </p:nvSpPr>
        <p:spPr>
          <a:xfrm>
            <a:off x="3188747" y="5703639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>
                <a:solidFill>
                  <a:srgbClr val="FFC000"/>
                </a:solidFill>
              </a:rPr>
              <a:t>曲線の左側の面積</a:t>
            </a:r>
            <a:endParaRPr kumimoji="1" lang="ja-JP" altLang="en-US" sz="2400" dirty="0">
              <a:solidFill>
                <a:srgbClr val="FFC000"/>
              </a:solidFill>
            </a:endParaRPr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24241AA0-9395-458B-A897-17075C10305C}"/>
              </a:ext>
            </a:extLst>
          </p:cNvPr>
          <p:cNvCxnSpPr/>
          <p:nvPr/>
        </p:nvCxnSpPr>
        <p:spPr>
          <a:xfrm>
            <a:off x="3116739" y="5055567"/>
            <a:ext cx="360040" cy="0"/>
          </a:xfrm>
          <a:prstGeom prst="line">
            <a:avLst/>
          </a:prstGeom>
          <a:ln w="57150">
            <a:solidFill>
              <a:srgbClr val="00B05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545B48E-A315-4CBD-9D4A-BA6EEB81FFBD}"/>
              </a:ext>
            </a:extLst>
          </p:cNvPr>
          <p:cNvCxnSpPr>
            <a:cxnSpLocks/>
          </p:cNvCxnSpPr>
          <p:nvPr/>
        </p:nvCxnSpPr>
        <p:spPr>
          <a:xfrm>
            <a:off x="4844931" y="5055567"/>
            <a:ext cx="576064" cy="0"/>
          </a:xfrm>
          <a:prstGeom prst="line">
            <a:avLst/>
          </a:prstGeom>
          <a:ln w="57150">
            <a:solidFill>
              <a:srgbClr val="FF0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064CCA39-3E36-4422-BACE-0E7A6AE2120B}"/>
              </a:ext>
            </a:extLst>
          </p:cNvPr>
          <p:cNvCxnSpPr/>
          <p:nvPr/>
        </p:nvCxnSpPr>
        <p:spPr>
          <a:xfrm>
            <a:off x="3908827" y="5055567"/>
            <a:ext cx="360040" cy="0"/>
          </a:xfrm>
          <a:prstGeom prst="line">
            <a:avLst/>
          </a:prstGeom>
          <a:ln w="57150">
            <a:solidFill>
              <a:srgbClr val="FFC00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49BED302-6441-4483-A16B-78AC2D8E6A05}"/>
              </a:ext>
            </a:extLst>
          </p:cNvPr>
          <p:cNvSpPr/>
          <p:nvPr/>
        </p:nvSpPr>
        <p:spPr>
          <a:xfrm>
            <a:off x="5060955" y="4983559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楕円 23">
            <a:extLst>
              <a:ext uri="{FF2B5EF4-FFF2-40B4-BE49-F238E27FC236}">
                <a16:creationId xmlns:a16="http://schemas.microsoft.com/office/drawing/2014/main" id="{5A99B691-2CFA-4BF8-AC17-32AD374D4F9D}"/>
              </a:ext>
            </a:extLst>
          </p:cNvPr>
          <p:cNvSpPr/>
          <p:nvPr/>
        </p:nvSpPr>
        <p:spPr>
          <a:xfrm>
            <a:off x="4052843" y="4983559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楕円 24">
            <a:extLst>
              <a:ext uri="{FF2B5EF4-FFF2-40B4-BE49-F238E27FC236}">
                <a16:creationId xmlns:a16="http://schemas.microsoft.com/office/drawing/2014/main" id="{904B8553-3634-482D-BAD5-DF53A0829AA6}"/>
              </a:ext>
            </a:extLst>
          </p:cNvPr>
          <p:cNvSpPr/>
          <p:nvPr/>
        </p:nvSpPr>
        <p:spPr>
          <a:xfrm>
            <a:off x="3226251" y="4983559"/>
            <a:ext cx="144016" cy="144016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コネクタ: カギ線 25">
            <a:extLst>
              <a:ext uri="{FF2B5EF4-FFF2-40B4-BE49-F238E27FC236}">
                <a16:creationId xmlns:a16="http://schemas.microsoft.com/office/drawing/2014/main" id="{B1282DDE-1580-46C3-89D4-8E03B1B4FB9A}"/>
              </a:ext>
            </a:extLst>
          </p:cNvPr>
          <p:cNvCxnSpPr>
            <a:stCxn id="17" idx="0"/>
            <a:endCxn id="23" idx="4"/>
          </p:cNvCxnSpPr>
          <p:nvPr/>
        </p:nvCxnSpPr>
        <p:spPr>
          <a:xfrm rot="16200000" flipV="1">
            <a:off x="5892823" y="4367715"/>
            <a:ext cx="576064" cy="2095783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60979A42-C053-4F62-BF2C-035C189F2299}"/>
              </a:ext>
            </a:extLst>
          </p:cNvPr>
          <p:cNvCxnSpPr>
            <a:cxnSpLocks/>
            <a:stCxn id="19" idx="0"/>
            <a:endCxn id="24" idx="4"/>
          </p:cNvCxnSpPr>
          <p:nvPr/>
        </p:nvCxnSpPr>
        <p:spPr>
          <a:xfrm rot="16200000" flipV="1">
            <a:off x="4030487" y="5221939"/>
            <a:ext cx="576064" cy="387335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40B70F-6983-4DE9-91B7-5C4EA416329F}"/>
              </a:ext>
            </a:extLst>
          </p:cNvPr>
          <p:cNvCxnSpPr>
            <a:stCxn id="18" idx="0"/>
            <a:endCxn id="25" idx="4"/>
          </p:cNvCxnSpPr>
          <p:nvPr/>
        </p:nvCxnSpPr>
        <p:spPr>
          <a:xfrm rot="5400000" flipH="1" flipV="1">
            <a:off x="2105022" y="4510403"/>
            <a:ext cx="576064" cy="1810409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7C4B0FB0-C5A2-415E-A4E9-D041DE31331A}"/>
                  </a:ext>
                </a:extLst>
              </p:cNvPr>
              <p:cNvSpPr txBox="1"/>
              <p:nvPr/>
            </p:nvSpPr>
            <p:spPr>
              <a:xfrm>
                <a:off x="6516216" y="908720"/>
                <a:ext cx="165618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29" name="テキスト ボックス 28">
                <a:extLst>
                  <a:ext uri="{FF2B5EF4-FFF2-40B4-BE49-F238E27FC236}">
                    <a16:creationId xmlns:a16="http://schemas.microsoft.com/office/drawing/2014/main" id="{7C4B0FB0-C5A2-415E-A4E9-D041DE3133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216" y="908720"/>
                <a:ext cx="1656184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61115F06-068E-4B9E-9301-1BF15ED6C55C}"/>
                  </a:ext>
                </a:extLst>
              </p:cNvPr>
              <p:cNvSpPr txBox="1"/>
              <p:nvPr/>
            </p:nvSpPr>
            <p:spPr>
              <a:xfrm>
                <a:off x="4932040" y="404664"/>
                <a:ext cx="1656184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kumimoji="1" lang="en-US" altLang="ja-JP" sz="28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kumimoji="1" lang="en-US" altLang="ja-JP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</m:oMathPara>
                </a14:m>
                <a:endParaRPr kumimoji="1" lang="ja-JP" altLang="en-US" sz="2800" dirty="0"/>
              </a:p>
            </p:txBody>
          </p:sp>
        </mc:Choice>
        <mc:Fallback xmlns="">
          <p:sp>
            <p:nvSpPr>
              <p:cNvPr id="30" name="テキスト ボックス 29">
                <a:extLst>
                  <a:ext uri="{FF2B5EF4-FFF2-40B4-BE49-F238E27FC236}">
                    <a16:creationId xmlns:a16="http://schemas.microsoft.com/office/drawing/2014/main" id="{61115F06-068E-4B9E-9301-1BF15ED6C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2040" y="404664"/>
                <a:ext cx="1656184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951759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tx1"/>
          </a:solidFill>
        </a:ln>
      </a:spPr>
      <a:bodyPr wrap="square" rtlCol="0" anchor="ctr">
        <a:spAutoFit/>
      </a:bodyPr>
      <a:lstStyle>
        <a:defPPr algn="ctr">
          <a:defRPr kumimoji="1" sz="2400" dirty="0" smtClean="0"/>
        </a:defPPr>
      </a:lstStyle>
    </a:spDef>
    <a:lnDef>
      <a:spPr>
        <a:ln w="9525">
          <a:solidFill>
            <a:schemeClr val="tx1"/>
          </a:solidFill>
          <a:headEnd type="none"/>
          <a:tailEnd type="none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kumimoji="1" sz="2400" dirty="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4293</TotalTime>
  <Words>70</Words>
  <Application>Microsoft Macintosh PowerPoint</Application>
  <PresentationFormat>画面に合わせる (4:3)</PresentationFormat>
  <Paragraphs>29</Paragraphs>
  <Slides>4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東京大学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スライド 1</dc:title>
  <dc:creator>Hiroshi Watanabe</dc:creator>
  <cp:lastModifiedBy>渡辺 宙志</cp:lastModifiedBy>
  <cp:revision>851</cp:revision>
  <dcterms:created xsi:type="dcterms:W3CDTF">2016-11-24T05:38:34Z</dcterms:created>
  <dcterms:modified xsi:type="dcterms:W3CDTF">2026-01-07T05:34:00Z</dcterms:modified>
</cp:coreProperties>
</file>